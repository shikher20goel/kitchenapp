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6766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1">
                <a:solidFill>
                  <a:srgbClr val="FFFFFF"/>
                </a:solidFill>
                <a:latin typeface="Helvetica Neue"/>
              </a:rPr>
              <a:t>Rasoi</a:t>
            </a:r>
          </a:p>
          <a:p>
            <a:pPr>
              <a:spcAft>
                <a:spcPts val="2600"/>
              </a:spcAft>
            </a:pPr>
            <a:r>
              <a:rPr sz="2000" b="0">
                <a:solidFill>
                  <a:srgbClr val="FFF4DF"/>
                </a:solidFill>
                <a:latin typeface="Helvetica Neue"/>
              </a:rPr>
              <a:t>रसोई — “kitchen”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FFFFFF"/>
                </a:solidFill>
                <a:latin typeface="Helvetica Neue"/>
              </a:rPr>
              <a:t>A private kitchen planner for one family's iPhone.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FFF4DF"/>
                </a:solidFill>
                <a:latin typeface="Helvetica Neue"/>
              </a:rPr>
              <a:t>The pantry drives the plan. The plan drives the list. The children decide what comes back.</a:t>
            </a:r>
          </a:p>
        </p:txBody>
      </p:sp>
      <p:pic>
        <p:nvPicPr>
          <p:cNvPr id="3" name="Picture 2" descr="05-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02920"/>
            <a:ext cx="2691726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2412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THE PROBLEM</a:t>
            </a:r>
          </a:p>
          <a:p>
            <a:pPr>
              <a:spcAft>
                <a:spcPts val="2000"/>
              </a:spcAft>
            </a:pPr>
            <a:r>
              <a:rPr sz="4000" b="1">
                <a:solidFill>
                  <a:srgbClr val="241F17"/>
                </a:solidFill>
                <a:latin typeface="Helvetica Neue"/>
              </a:rPr>
              <a:t>Weeknight dinner is a decision nobody wants to make at 6pm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6B6151"/>
                </a:solidFill>
                <a:latin typeface="Helvetica Neue"/>
              </a:rPr>
              <a:t>Four people, two of them children, one vegetarian kitchen, one weekly shop.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The plan lives in someone's head, so it collapses on a bad Tuesday.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What the children actually eat is remembered by feel, not by record.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Food goes off at the back of the fridge while the list repeats itself.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Every app that would help wants an account, a subscription, and your family's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2412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HOW IT WORKS</a:t>
            </a:r>
          </a:p>
          <a:p>
            <a:pPr>
              <a:spcAft>
                <a:spcPts val="2000"/>
              </a:spcAft>
            </a:pPr>
            <a:r>
              <a:rPr sz="4000" b="1">
                <a:solidFill>
                  <a:srgbClr val="241F17"/>
                </a:solidFill>
                <a:latin typeface="Helvetica Neue"/>
              </a:rPr>
              <a:t>One loop, and it gets better every week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6B6151"/>
                </a:solidFill>
                <a:latin typeface="Helvetica Neue"/>
              </a:rPr>
              <a:t>Pantry  →  Plan  →  List  →  Cook  →  How did it go?  →  a better Plan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The planner starts from what is already in the kitchen and what is about to go off.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It ranks meals by what the children actually ate, not by what a magazine says.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Every meal can explain itself: “uses the spinach before it turns”, “25 minutes on a school night”.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Same inputs, same plan — it is deterministic, so a week can be reproduced exactly.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TODAY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Tonight, in one glance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The dinner, its cuisine, total time and how many it serves.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“Why this” opens the planner's actual reasons.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The rest of the day underneath: breakfast, lunch, snack.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A use-it-up banner when something is about to turn.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Three quick snacks a child can have right now, from the pantry.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Five food-group dots for the day — presence, never portions.</a:t>
            </a:r>
          </a:p>
        </p:txBody>
      </p:sp>
      <p:pic>
        <p:nvPicPr>
          <p:cNvPr id="4" name="Picture 3" descr="05-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66928"/>
            <a:ext cx="264966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PLAN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A whole week in one tap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Seven days × four meals, generated in under a second.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No repeat within three days; no two dinners of the same cuisine running.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Weeknight dinners fit your time cap; the long cook lands at the weekend.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At least two sure things a week, at most two brand-new dishes.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Tap a slot to see why it is there and swap it for a ranked alternative.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Keep, skip or mark eating-out — regenerating never touches those.</a:t>
            </a:r>
          </a:p>
        </p:txBody>
      </p:sp>
      <p:pic>
        <p:nvPicPr>
          <p:cNvPr id="4" name="Picture 3" descr="03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868680"/>
            <a:ext cx="2355260" cy="5120640"/>
          </a:xfrm>
          <a:prstGeom prst="rect">
            <a:avLst/>
          </a:prstGeom>
        </p:spPr>
      </p:pic>
      <p:pic>
        <p:nvPicPr>
          <p:cNvPr id="5" name="Picture 4" descr="04-plan-s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6868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COOK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Cook mode, readable from a metre away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One step per screen, in large type, swipe to move on.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The screen stays awake while you cook.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A servings stepper rescales every quantity — to sensible amounts, not 1.6667 onions.</a:t>
            </a:r>
          </a:p>
        </p:txBody>
      </p:sp>
      <p:pic>
        <p:nvPicPr>
          <p:cNvPr id="4" name="Picture 3" descr="06-cook-ingred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868680"/>
            <a:ext cx="2355260" cy="5120640"/>
          </a:xfrm>
          <a:prstGeom prst="rect">
            <a:avLst/>
          </a:prstGeom>
        </p:spPr>
      </p:pic>
      <p:pic>
        <p:nvPicPr>
          <p:cNvPr id="5" name="Picture 4" descr="07-cook-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6868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FEEDBACK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Three taps per person, and the app learns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Ate it all · Ate some · Not today — for whoever was at the table.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Skip anyone you didn't get to ask; silence is never counted as a refusal.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Reactions decay: a meal refused four months ago barely counts today.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A dish every child turns down three times running rests for a month, then comes back.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No scores, no streaks, nothing a child could read as a mark against them.</a:t>
            </a:r>
          </a:p>
        </p:txBody>
      </p:sp>
      <p:pic>
        <p:nvPicPr>
          <p:cNvPr id="4" name="Picture 3" descr="08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66928"/>
            <a:ext cx="264966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PANTRY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The kitchen, as it actually is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Fridge, pantry and freezer — the freezer keeps things six times as long.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Type “toor” or “palak”: 185 ingredients, searchable by alias.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Shelf-life dates, soonest first, with plain words: “use today”, “2 days left”.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Mark used or ran out with a swipe; weekly staples stay at zero so the list tops them up.</a:t>
            </a:r>
          </a:p>
        </p:txBody>
      </p:sp>
      <p:pic>
        <p:nvPicPr>
          <p:cNvPr id="4" name="Picture 3" descr="11-pa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868680"/>
            <a:ext cx="2355260" cy="5120640"/>
          </a:xfrm>
          <a:prstGeom prst="rect">
            <a:avLst/>
          </a:prstGeom>
        </p:spPr>
      </p:pic>
      <p:pic>
        <p:nvPicPr>
          <p:cNvPr id="5" name="Picture 4" descr="10-pantry-a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6868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SHOP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One list, split the way you shop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Built from the week's plan: quantities summed, units normalised, pantry subtracted.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Grouped by store, then by aisle — dal and spices at the Indian grocery, the rest at the supermarket.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Ticking an item puts it in the pantry with its expiry date already worked out.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“Why?” shows which meals need it. Rebuilding never disturbs what you have already ticked.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Share the whole list as plain text.</a:t>
            </a:r>
          </a:p>
        </p:txBody>
      </p:sp>
      <p:pic>
        <p:nvPicPr>
          <p:cNvPr id="4" name="Picture 3" descr="12-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868680"/>
            <a:ext cx="2355260" cy="5120640"/>
          </a:xfrm>
          <a:prstGeom prst="rect">
            <a:avLst/>
          </a:prstGeom>
        </p:spPr>
      </p:pic>
      <p:pic>
        <p:nvPicPr>
          <p:cNvPr id="5" name="Picture 4" descr="13-shop-che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6868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RECIPES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51 vegetarian recipes, and room for yours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Indian, Mexican, Italian, Chinese-style, American and Mediterranean.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Filter by meal, cuisine, appliance, quick, favourites or lunchbox.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Every recipe carries a “make it kid-friendly” note.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Ingredients you already have are ticked off against your pantry.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Write your own: allergen flags are worked out from the ingredients, not typed by hand.</a:t>
            </a:r>
          </a:p>
        </p:txBody>
      </p:sp>
      <p:pic>
        <p:nvPicPr>
          <p:cNvPr id="4" name="Picture 3" descr="18-rec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868680"/>
            <a:ext cx="2355260" cy="5120640"/>
          </a:xfrm>
          <a:prstGeom prst="rect">
            <a:avLst/>
          </a:prstGeom>
        </p:spPr>
      </p:pic>
      <p:pic>
        <p:nvPicPr>
          <p:cNvPr id="5" name="Picture 4" descr="19-recip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6868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INSIGHTS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What your own table has taught it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Per child: what goes down well, and what has not lately — counted in words, never scored.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Most-cooked meals and how much variety the last four weeks held.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One gentle weekly hint: “this week is light on fruit”.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Food groups only. No calories, no weight, no diet language, anywhere in the app.</a:t>
            </a:r>
          </a:p>
        </p:txBody>
      </p:sp>
      <p:pic>
        <p:nvPicPr>
          <p:cNvPr id="4" name="Picture 3" descr="20-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66928"/>
            <a:ext cx="264966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YOUR HOUSEHOLD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Set up once, in under two minutes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Family with dates of birth — ages decide what suits everyone at the table.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Vegetarian is fixed; eggs, dairy, nuts and gluten are yours to set.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Never-suggest list, alias-aware: exclude “palak” and the spinach dishes go too.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Your appliances, your cuisines, your weeknight time cap, your shopping day.</a:t>
            </a:r>
          </a:p>
        </p:txBody>
      </p:sp>
      <p:pic>
        <p:nvPicPr>
          <p:cNvPr id="4" name="Picture 3" descr="16-di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868680"/>
            <a:ext cx="2355260" cy="5120640"/>
          </a:xfrm>
          <a:prstGeom prst="rect">
            <a:avLst/>
          </a:prstGeom>
        </p:spPr>
      </p:pic>
      <p:pic>
        <p:nvPicPr>
          <p:cNvPr id="5" name="Picture 4" descr="15-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6868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STORES &amp; REMINDERS</a:t>
            </a:r>
          </a:p>
          <a:p>
            <a:pPr>
              <a:spcAft>
                <a:spcPts val="1800"/>
              </a:spcAft>
            </a:pPr>
            <a:r>
              <a:rPr sz="3400" b="1">
                <a:solidFill>
                  <a:srgbClr val="241F17"/>
                </a:solidFill>
                <a:latin typeface="Helvetica Neue"/>
              </a:rPr>
              <a:t>Where you shop, and the three reminders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Six stores to start with, reorderable, each claiming the aisles you use it for.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“Find nearby” searches Apple Maps around your zip code — the only network call in the app.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Shopping-day reminder the evening before, cook-tonight, and use-it-up.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41F17"/>
                </a:solidFill>
                <a:latin typeface="Helvetica Neue"/>
              </a:rPr>
              <a:t>•  One of each a day at most, never between 9pm and 7am.</a:t>
            </a:r>
          </a:p>
        </p:txBody>
      </p:sp>
      <p:pic>
        <p:nvPicPr>
          <p:cNvPr id="4" name="Picture 3" descr="17-st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868680"/>
            <a:ext cx="2355260" cy="5120640"/>
          </a:xfrm>
          <a:prstGeom prst="rect">
            <a:avLst/>
          </a:prstGeom>
        </p:spPr>
      </p:pic>
      <p:pic>
        <p:nvPicPr>
          <p:cNvPr id="5" name="Picture 4" descr="21-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68680"/>
            <a:ext cx="23552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2412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PRIVACY</a:t>
            </a:r>
          </a:p>
          <a:p>
            <a:pPr>
              <a:spcAft>
                <a:spcPts val="2000"/>
              </a:spcAft>
            </a:pPr>
            <a:r>
              <a:rPr sz="4000" b="1">
                <a:solidFill>
                  <a:srgbClr val="241F17"/>
                </a:solidFill>
                <a:latin typeface="Helvetica Neue"/>
              </a:rPr>
              <a:t>Nothing about your family leaves the phone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6B6151"/>
                </a:solidFill>
                <a:latin typeface="Helvetica Neue"/>
              </a:rPr>
              <a:t>Checked mechanically on every build, not just promised in a settings screen.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No account, no sync, no analytics, no ads, no third-party code at all.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The one exception: tapping “Find nearby” sends a zip code and five grocery search words to Apple Maps.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scripts/privacy-audit.sh greps the sources, the imports, the dependencies and the built binary — and fails the build on a single hit.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Export gives you a JSON copy of everything; “Delete all data” really deletes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2412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D4862A"/>
                </a:solidFill>
                <a:latin typeface="Helvetica Neue"/>
              </a:rPr>
              <a:t>UNDER THE HOOD</a:t>
            </a:r>
          </a:p>
          <a:p>
            <a:pPr>
              <a:spcAft>
                <a:spcPts val="2000"/>
              </a:spcAft>
            </a:pPr>
            <a:r>
              <a:rPr sz="4000" b="1">
                <a:solidFill>
                  <a:srgbClr val="241F17"/>
                </a:solidFill>
                <a:latin typeface="Helvetica Neue"/>
              </a:rPr>
              <a:t>Small, deterministic, and covered by tests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6B6151"/>
                </a:solidFill>
                <a:latin typeface="Helvetica Neue"/>
              </a:rPr>
              <a:t>SwiftUI + SwiftData, iOS 26, one target, zero dependencies.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Views → view models → pure Swift engines: planner, kid scores, grocery builder, nutrition, units, shelf life.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51 recipes and 185 ingredients ship as JSON data, imported idempotently — data bugs are fixed in data.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385 tests, including one per planner rule, and a plan generated from the real catalog in 0.17s.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41F17"/>
                </a:solidFill>
                <a:latin typeface="Helvetica Neue"/>
              </a:rPr>
              <a:t>•  22 screens captured and reviewed — five real bugs were found by looking at them, not by the tests.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Helvetica Neue"/>
              </a:rPr>
              <a:t>Built, tested, and quiet about it.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E8DECB"/>
                </a:solidFill>
                <a:latin typeface="Helvetica Neue"/>
              </a:rPr>
              <a:t>62 automated build tasks · 385 tests green · 22 screens reviewed · zero third-party code · zero analytics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E8A33D"/>
                </a:solidFill>
                <a:latin typeface="Helvetica Neue"/>
              </a:rPr>
              <a:t>Next: install on the iPhone with a free Apple team, then two weeks of real cooking before Phase 2 (photo scan, AI suggestions, family sync).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